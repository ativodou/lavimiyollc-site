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91440"/>
            <a:ext cx="3200400" cy="50520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91440"/>
            <a:ext cx="640080" cy="50520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🇭🇹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7406640" y="4206240"/>
            <a:ext cx="1280160" cy="5943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42245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5029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KÒD AK KONSTITISYON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REPIBLIK DAYITI AN KREYÒL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2423160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7860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et Constitutions de la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d'Haïti en Créole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32735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&amp; Constitutions of Haiti in Haitian Creole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480560"/>
            <a:ext cx="5760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" y="452628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«Konesans se pouvwa. Lwa ou nan lang ou se libète.»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LAVI MIYÒ LLC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1887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423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ans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years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108960"/>
            <a:ext cx="118872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3931920"/>
            <a:ext cx="118872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977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731520"/>
            <a:ext cx="5577840" cy="114300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731520"/>
            <a:ext cx="64008" cy="11430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80467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Les lois haïtiennes ont toujours été rédigées en français — une langue que la majorité ne maîtrise pas.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66160" y="129844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Haitian laws have always been written in French — a language most citizens cannot read.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2103120"/>
            <a:ext cx="5577840" cy="114300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2103120"/>
            <a:ext cx="64008" cy="11430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17627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Depuis 1804, les citoyens dépendent d'intermédiaires pour comprendre leurs propres droits.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66160" y="267004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Since 1804, citizens have depended on intermediaries to understand their own rights.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3280" y="3474720"/>
            <a:ext cx="5577840" cy="114300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3474720"/>
            <a:ext cx="64008" cy="11430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54787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Aucune traduction intégrale en créole haïtien n'a jamais existé.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66160" y="404164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No complete Haitian Creole translation has ever existed.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• 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première collection complète des lois fondamentales d'Haïti en Créole haïtien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69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complete collection of Haiti's foundational laws in Haitian Creole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2651760" cy="3200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367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Vol.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(1801–1987)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 Constitutions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+ 2011 Amendments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6002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600200"/>
            <a:ext cx="2651760" cy="3200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6367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Vol.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965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Civil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Code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Books • 2300+ Articles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25896" y="16002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600200"/>
            <a:ext cx="2651760" cy="3200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6367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Vol.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7336" y="1965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Pénal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17336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 Code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• Penalties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1089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08960"/>
            <a:ext cx="2651760" cy="3200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455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Vol.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du Travail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8679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Code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Rights • Unions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72968" y="31089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3108960"/>
            <a:ext cx="2651760" cy="3200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1455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Vol. 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 Commerce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64408" y="38679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Code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• Bankruptcy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25896" y="31089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25896" y="3108960"/>
            <a:ext cx="2651760" cy="3200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31455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🛃  Vol. 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17336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Douanier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17336" y="38679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Code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 + Draft 2018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PROJET? • WHY THIS PROJECT?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impact transformateur pour toute la société haïtienne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transformative impact for all of Haitian society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206240" cy="1078992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54864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447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👨‍👩‍👧‍👦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14264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Haïtien / For Every Haitian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7739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Connaître ses droits dans sa propre langue — accès direct sans intermédiaire.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0665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Know your rights in your own language — no intermediary needed.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6592" y="1371600"/>
            <a:ext cx="4206240" cy="1078992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371600"/>
            <a:ext cx="54864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447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22392" y="14264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professionnels / For Professionals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22392" y="17739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Avocats, juges, notaires, étudiants en droit — référence officielle bilingue.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22392" y="20665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Lawyers, judges, notaries, law students — bilingual official reference.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87752"/>
            <a:ext cx="4206240" cy="1078992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87752"/>
            <a:ext cx="54864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6609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60120" y="26426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diaspora / For the Diaspora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9900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4+ millions d'Haïtiens à l'étranger peuvent enfin lire leurs lois nationales.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0120" y="32826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4M+ Haitians abroad can finally read their national laws.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2587752"/>
            <a:ext cx="4206240" cy="1078992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2587752"/>
            <a:ext cx="54864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609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422392" y="26426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l'éducation / For Education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22392" y="29900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Outil pédagogique pour les écoles, universités et formations civiques.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22392" y="32826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Teaching tool for schools, universities, and civic education.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803904"/>
            <a:ext cx="4206240" cy="1078992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803904"/>
            <a:ext cx="54864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877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60120" y="38587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investisseurs / For Investors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4206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Comprendre le cadre juridique haïtien en français et en créole.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60120" y="44988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Understand the Haitian legal framework in French and Creole.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36592" y="3803904"/>
            <a:ext cx="4206240" cy="1078992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36592" y="3803904"/>
            <a:ext cx="54864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8770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422392" y="38587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l'État / For the State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22392" y="4206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Renforcer l'État de droit et la participation citoyenne.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22392" y="44988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Strengthen the rule of law and civic participation.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COLLECTION • THE COLLECTION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Volumes • 330+ ans de droit haïtien • Première traduction complète en Créole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Volumes • 330+ years of Haitian law • First ever complete Creole translation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82296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633472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35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1801–1987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94436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constitutions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+ 2011 Amendments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40280" y="2633472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1417320"/>
            <a:ext cx="502920" cy="50292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1435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19385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Civil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28800" y="294436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Livres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2,300+ articles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03320" y="2633472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11880" y="1417320"/>
            <a:ext cx="502920" cy="50292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435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19385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Pénal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294436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Lois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&amp; Peines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66360" y="2633472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1417320"/>
            <a:ext cx="502920" cy="50292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435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19385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du Travail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294436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Livres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des Travailleurs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29400" y="2633472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1417320"/>
            <a:ext cx="502920" cy="50292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1435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17920" y="19385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 Commerce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94436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Livres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&amp; Faillite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092440" y="2633472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1417320"/>
            <a:ext cx="502920" cy="50292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1435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80960" y="19385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Douanier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680960" y="294436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 + Projet 2018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articles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31520" y="3886200"/>
            <a:ext cx="173736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9136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31520" y="440740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1801–2011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34640" y="3886200"/>
            <a:ext cx="173736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0" y="39136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2834640" y="440740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37760" y="3886200"/>
            <a:ext cx="173736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9136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4,000+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4937760" y="440740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40880" y="3886200"/>
            <a:ext cx="173736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0" y="39136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220+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7040880" y="440740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 d'Histoire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• CONTENT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rend cette collection unique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collection unique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206240" cy="114300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1732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05840" y="1435608"/>
            <a:ext cx="36576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39903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fidèle &amp; complète / Faithful &amp; complete translation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article traduit mot pour mot depuis le texte juridique officiel / Every article translated word-for-word from the official legal text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36592" y="1325880"/>
            <a:ext cx="4206240" cy="114300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41732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68112" y="1435608"/>
            <a:ext cx="36576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139903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historique / Historical context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59552" y="17647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loi présentée avec son contexte historique et ses notes explicatives / Each law presented with its historical context and explanatory notes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4206240" cy="114300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67919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🆚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005840" y="2697480"/>
            <a:ext cx="36576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6609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1987/2018 / 1987/2018 Comparison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" y="3026664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Douanier: les deux versions comparées article par article / Customs Code: both versions compared article by article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36592" y="2587752"/>
            <a:ext cx="4206240" cy="114300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28032" y="267919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468112" y="2697480"/>
            <a:ext cx="36576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26609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Glossaires bilingues / Bilingual glossaries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59552" y="3026664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juridique en Créole, Français et Anglais / Legal vocabulary in Creole, French and English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849624"/>
            <a:ext cx="4206240" cy="114300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941064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1005840" y="3959352"/>
            <a:ext cx="36576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92277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Encadrés pratiques / Practical sidebars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97280" y="428853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Amendes, peines, délais — mis en évidence visuellement / Fines, penalties, deadlines — visually highlighted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36592" y="3849624"/>
            <a:ext cx="4206240" cy="114300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28032" y="3941064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5468112" y="3959352"/>
            <a:ext cx="36576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9552" y="392277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KDP prêt / KDP-ready format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59552" y="428853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Formaté pour Amazon KDP — impression à la demande mondiale / Formatted for Amazon KDP — worldwide print-on-demand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PUBLICS CIBLES • TARGET AUDIENCES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 a besoin de cette collection? / Who needs this collection?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197864"/>
            <a:ext cx="457200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2070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👨‍⚖️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69848" y="13441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Juristes &amp; Magistrats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Professionals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Avocats, juges, notaires en Haïti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Lawyers, judges, notaries in Haiti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197864"/>
            <a:ext cx="457200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2070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15,000+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280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995928" y="13441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en droit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Students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Universités haïtiennes &amp; diaspora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2258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Haitian universities &amp; diaspora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114300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197864"/>
            <a:ext cx="457200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2070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4M+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1280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22008" y="13441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haïtienne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Haitian Diaspora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USA, Canada, France, Caraïbes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2258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USA, Canada, France, Caribbean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97180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3026664"/>
            <a:ext cx="457200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30358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108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🏫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069848" y="31729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éducatives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Écoles, lycées, universités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4087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Schools, high schools, universities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297180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3026664"/>
            <a:ext cx="457200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30358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3108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💼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3995928" y="31729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&amp; Investisseurs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&amp; Investors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3756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Comprendre le cadre juridique haïtien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37560" y="4087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Understand Haiti's legal framework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2971800"/>
            <a:ext cx="274320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3026664"/>
            <a:ext cx="457200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30358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63640" y="3108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🏛️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6922008" y="31729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&amp; Gouvernement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&amp; Government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Organisations de développement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4087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Development organizations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&amp; DISTRIBUTION • MARKET &amp; DISTRIBUTION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de mise sur le marché / Go-to-Market Strategy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88620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3840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Canaux de distribution / Distribution Channels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KDP  —  Print-on-demand worldwide / Impression à la demande mondiale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295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numérique  —  Kindle, PDF, ePub — dispositifs mobiles / mobile devices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9443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institutionnelle  —  Universités, ONG, gouvernements / Universities, NGOs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35935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&amp; diaspora  —  lavimiyollc.com — vente directe / direct sales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42428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Librairies haïtiennes  —  Distribution locale Port-au-Prince et villes / Local distribution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114800" cy="17830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1155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Opportunité de marché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7190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892040" y="221284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Haïtiens en Haïti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Haitians in Haiti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17190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4M+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17920" y="221284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mondiale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Diaspora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43800" y="17190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543800" y="221284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complète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Collection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4114800" cy="196596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71800"/>
            <a:ext cx="4114800" cy="384048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999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Modèle de revenus / Revenue Model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3511296"/>
            <a:ext cx="7315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5021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individuel (Paperback)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350215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$18–24 USD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877056"/>
            <a:ext cx="7315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38679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complète (6 volumes)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26680" y="38679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$95–110 USD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4242816"/>
            <a:ext cx="7315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42336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numérique / Digital edition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26680" y="42336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$8–12 USD/vol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4608576"/>
            <a:ext cx="7315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45994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institutionnelle / Site license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26680" y="4599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Négociable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• ABOUT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3200400" cy="4343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77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LAVI MIYÒ LLC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Pembroke Pines, Florida, USA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664208"/>
            <a:ext cx="20116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88366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 &amp; fondateur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&amp; Founder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47802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ans mécanicien auto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years auto mechanic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30723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K-VOUM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volumes publiés / published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36667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— Anbyans,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Ayisyen Tou Patou, SOCRATES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251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🇭🇹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426110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Kreyòl Ayisyen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Haitian Creole language expert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0" y="6217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Réalisations • Achievements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40480" y="123444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31920" y="1307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80560" y="127101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1er traducteur à réaliser une collection juridique complète en Créole haïtien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156362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1st to deliver a complete Haitian legal collection in Creole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1984248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931920" y="2057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480560" y="202082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6 codes fondamentaux traduits — 4,000+ articles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3134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6 fundamental codes translated — 4,000+ articles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0" y="2734056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31920" y="28072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480560" y="27706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Constitutions 1801–1987 + Amend. 2011 — 24 docs historiques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306324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Constitutions 1801–1987 + 2011 Amend. — 24 historical docs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0" y="3483864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931920" y="35570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🛃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480560" y="352044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Code Douanier 1987 ET Projet 2018 — comparaison unique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381304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1987 Customs Code AND Draft 2018 — unique comparison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4233672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931920" y="43068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480560" y="427024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Prêt pour Amazon KDP &amp; distribution mondiale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456285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Ready for Amazon KDP &amp; worldwide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COLLABOREZ AVEC NOUS • PARTNER WITH US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Ensemble, rendons le droit haïtien accessible à tous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let's make Haitian law accessible to everyone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1993392" cy="2377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00200"/>
            <a:ext cx="1993392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934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" y="20299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Institutionnels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3192" y="274320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Universités, ONG, agences gouvernementales / Universities, NGOs, gov agencies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96312" y="1600200"/>
            <a:ext cx="1993392" cy="2377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600200"/>
            <a:ext cx="1993392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60934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9464" y="20299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Diffusion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Marketing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9464" y="274320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Librairies, plateformes en ligne, diaspora / Bookstores, online platforms, diaspora networks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600200"/>
            <a:ext cx="1993392" cy="2377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2584" y="1600200"/>
            <a:ext cx="1993392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160934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45736" y="20299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Financement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Funding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45736" y="274320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de la traduction &amp; impression / Translation &amp; printing funding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48856" y="1600200"/>
            <a:ext cx="1993392" cy="2377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48856" y="1600200"/>
            <a:ext cx="1993392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160934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22008" y="202996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Localisation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Localization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22008" y="274320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espagnol &amp; anglais planifiée / Spanish &amp; English editions planned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71600" y="4160520"/>
            <a:ext cx="640080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4206240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contact@lavimiyollc.com     🌐  lavimiyollc.com     📍  Pembroke Pines, Florida, USA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Kòd ak Konstitisyon Repiblik Dayiti — Pitch Deck</dc:title>
  <dc:subject>PptxGenJS Presentation</dc:subject>
  <dc:creator>LAVI MIYÒ LLC</dc:creator>
  <cp:lastModifiedBy>LAVI MIYÒ LLC</cp:lastModifiedBy>
  <cp:revision>1</cp:revision>
  <dcterms:created xsi:type="dcterms:W3CDTF">2026-04-17T23:45:47Z</dcterms:created>
  <dcterms:modified xsi:type="dcterms:W3CDTF">2026-04-17T23:45:47Z</dcterms:modified>
</cp:coreProperties>
</file>