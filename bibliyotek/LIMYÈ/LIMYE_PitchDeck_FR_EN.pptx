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91440"/>
            <a:ext cx="3291840" cy="50520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91440"/>
            <a:ext cx="594360" cy="505206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640080"/>
            <a:ext cx="2377440" cy="237744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051560"/>
            <a:ext cx="1554480" cy="1554480"/>
          </a:xfrm>
          <a:prstGeom prst="ellipse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1430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☀️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LIMYÈ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Edikasyon Nasyonal an Kreyòl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«Sa w pa konnen pi gran pase w»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nationale d'éducation en Créole haïtien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Education Series in Haitian Creole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387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Byoloji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352044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5387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352044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5387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Istwa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352044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5387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Jewografi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5387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Jewoloji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041648"/>
            <a:ext cx="5760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408736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Volim  •  Primè &amp; Segondè  •  Liv Elèv + Gid Pwofesè  •  Kreyòl Sèlman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4645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 MIYÒ LLC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108960" cy="50520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822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15544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331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72768" y="2377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Haïtiens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1272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572768" y="31729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scolaire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Kreyòl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Creole textbook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40416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572768" y="40873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analphabé-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tisme / Illiteracy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685800"/>
            <a:ext cx="56235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685800"/>
            <a:ext cx="64008" cy="12618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777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Les manuels scolaires haïtiens sont rédigés en français — une langue que la majorité des enfants ne parlent pas à la maison.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1325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Haitian school textbooks are written in French — a language most children don't speak at home.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130552"/>
            <a:ext cx="56235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130552"/>
            <a:ext cx="64008" cy="12618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219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Aucune série complète de manuels scolaires en créole haïtien n'a jamais existé pour les matières scientifiques et historiques.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27706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No complete series of Haitian Creole school textbooks has ever existed for science and history subjects.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575304"/>
            <a:ext cx="56235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575304"/>
            <a:ext cx="64008" cy="12618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66674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Un enfant qui apprend dans sa langue maternelle retient 5× plus d'informations — c'est prouvé scientifiquement.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42153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A child learning in their mother tongue retains 5× more information — this is scientifically proven.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 •  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première série complète de manuels scolaires en Créole haïtien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complete series of school textbooks in Haitian Creole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274320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264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1  —  Byoloji 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Kò Moun ak Sante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Humain &amp; Santé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138988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1389888"/>
            <a:ext cx="274320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4264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2  —  Byoloji 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55264" y="17373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Zooloji — Bèt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Zoologie — Animaux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38988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389888"/>
            <a:ext cx="274320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4264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3  —  Botanik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63056" y="17373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&amp; Médsin Fèy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Botanique &amp; Phytothérapie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62432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624328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6609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4  —  Istwa Ayiti 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2971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Prekolonbyen–1791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Précolombien–1791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262432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63824" y="2624328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26609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5  —  Istwa Ayiti II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55264" y="2971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1791–2026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1791–2026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262432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2624328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6609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6  —  Istwa Mond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63056" y="29718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Sivilizasyon–Epòk Modèn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Civilisations–Époque Moderne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85876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858768"/>
            <a:ext cx="274320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8953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7  —  Jewografi Ayiti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Depatman, Mòn, Rivyè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Départements, Montagnes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63824" y="385876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63824" y="3858768"/>
            <a:ext cx="274320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38953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8  —  Jewografi &amp; Astwonomi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55264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 ak Espas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&amp; Astronomie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71616" y="3858768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71616" y="3858768"/>
            <a:ext cx="2743200" cy="292608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38953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9  —  Jewoloji &amp; Minèral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63056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Wòch, Seyism, Tè Ayiti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Roches, Séismes, Haïti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CONTENU  •  FORMAT &amp; CONTENT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rend LIMYÈ unique / What makes LIMYÈ unique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2336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023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064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Liv Elèv — Student Textbook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09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8-12 chapit par volume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8-12 chapters per volume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Primè (1-6) ET Segondè (7-13)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même livre — 2 niveaux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Primary AND Secondary in same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2 depth levels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734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30-60 diagrammes, cartes,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ilustrasyon koulè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9992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30-60 diagrams, maps,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illustrations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300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Aktivite pratik chak chapit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Practical activities each chapter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867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Glosè 40-80 tèm kle Kreyòl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Glossary of 40-80 key Creole terms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443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🇭🇹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4434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Kontèks ayisyen pou tout matye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47000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Haitian context for every subject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078992"/>
            <a:ext cx="402336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78992"/>
            <a:ext cx="4023360" cy="3840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1064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Gid Pwofesè — Teacher Guide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1609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0680" y="1600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Plan kou détaillé chak chapit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18653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Detailed lesson plan each chapter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56048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2167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Sijesyon pedagojik ak aktivite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40680" y="24323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Pedagogical tips and activities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56048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40680" y="2734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Repons tout egzèsis yo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40680" y="29992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Answers to all exercises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40680" y="3300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Zouti evaliyasyon ak tès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40680" y="35661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Assessment tools and tests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6048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40680" y="3867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Referans ak bibliografi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40680" y="41330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References and bibliography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56048" y="4443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🗓️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40680" y="4434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Planifikasyon anyèl kou 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40680" y="47000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Annual course planning guide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APWÒCH PEDAGOJIK  •  PEDAGOGICAL APPROACH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prensip ki fè LIMYÈ efikas / 7 principles that make LIMYÈ effective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057400" cy="17190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18872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19786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435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" y="16824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Kreyòl Sèlman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Creole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2585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 mo an Kreyòl AKA — okenn melanj ak fransè / Every word in standard AKA Creole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1115568"/>
            <a:ext cx="2057400" cy="17190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9786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87168" y="12435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🇭🇹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16824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Kontèks Ayisyen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2585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Egzanp lokal anvan mondyal — plant Ayiti, rivyè Ayiti, istwa Ayiti / Local examples first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54296" y="1115568"/>
            <a:ext cx="2057400" cy="17190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8968" y="118872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8968" y="119786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12435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27448" y="16824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Aprantisaj Vizyal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7448" y="22585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Dyagram, kat, ilustrasyon abondan — elèv ayisyen aprann vizyèlman / Abundant diagrams &amp; maps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67144" y="1115568"/>
            <a:ext cx="2057400" cy="17190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71816" y="118872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71816" y="119786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2864" y="12435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40296" y="16824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 Pratik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Activities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22585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 chapit gen aktivite fizik — obsèvasyon, egzèsis, pwojè / Hands-on every chapter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20574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" y="310896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311810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316382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01752" y="360273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 Diferansye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Levels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1752" y="4178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Menm matye — 2 pwofondè: Primè (1-6) ak Segondè (7-13) / Same content, 2 depths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41448" y="3035808"/>
            <a:ext cx="20574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310896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1810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87168" y="316382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514600" y="360273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Rasin Kiltirèl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Roots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14600" y="4178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Konnen Ayiti anvan konnen lèmond — idantite ak syans / Know Haiti before the world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54296" y="3035808"/>
            <a:ext cx="20574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8968" y="3108960"/>
            <a:ext cx="43891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311810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0016" y="316382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727448" y="360273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Entègrasyon Matye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Integration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27448" y="41788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Byoloji + Botanik + Jewoloji + Istwa — yo konekte / Biology + Botany + Geology + History connect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9 VOLUMES  •  THE 9 VOLUMES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6032" y="566928"/>
            <a:ext cx="2816352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576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SYANS VIV / LIFE SCIENCES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" y="83210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Vols. 1–3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816352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25296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120700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Byoloji 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Kò Moun ak Sante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Human Body &amp; Health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44144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41448"/>
            <a:ext cx="2816352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551176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60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5328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Byoloji II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Zooloji — Bèt Ayiti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Zoology — Haitian Animals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76732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767328"/>
            <a:ext cx="2816352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877056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862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" y="38587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Plant &amp; Médsin Fèy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Plants &amp; Traditional Medicine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566928"/>
            <a:ext cx="281635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576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ISTWA / HISTORY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46120" y="83210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Vols. 4–6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111556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1115568"/>
            <a:ext cx="281635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1225296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40480" y="120700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Istwa Ayiti 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10128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Prekolonbyen–1791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20116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Pre-Columbian–1791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244144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2441448"/>
            <a:ext cx="281635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551176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560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840480" y="25328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Istwa Ayiti II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10128" y="3063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Revolisyon–2026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3337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Revolution–2026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0" y="376732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3767328"/>
            <a:ext cx="281635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3877056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8862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840480" y="38587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Istwa Mond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310128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Sivilizasyon–Epòk Modèn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10128" y="4663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Civilizations–Modern Era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44768" y="566928"/>
            <a:ext cx="2816352" cy="43891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576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TÈREN / EARTH SCIENCES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90488" y="832104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Vols. 7–9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44768" y="111556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44768" y="1115568"/>
            <a:ext cx="2816352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36208" y="1225296"/>
            <a:ext cx="475488" cy="475488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84848" y="120700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Jewografi Ayiti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54496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Depatman, Klima, Popilasyon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54496" y="20116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Departments, Climate, Population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244144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44768" y="2441448"/>
            <a:ext cx="2816352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36208" y="2551176"/>
            <a:ext cx="475488" cy="475488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25603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84848" y="25328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Jewografi &amp; Astwonomi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254496" y="3063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Mond ak Espas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54496" y="33375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World &amp; Space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44768" y="3767328"/>
            <a:ext cx="2816352" cy="120700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144768" y="3767328"/>
            <a:ext cx="2816352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36208" y="3877056"/>
            <a:ext cx="475488" cy="475488"/>
          </a:xfrm>
          <a:prstGeom prst="ellipse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36208" y="38862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784848" y="38587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Jewoloji &amp; Minèral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254496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Wòch, Seyism, Tè Ayiti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54496" y="4663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Rocks, Earthquakes, Haiti's Soil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CIBLES  •  TARGET AUDIENCES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 moun LIMYÈ a pou? / Who is LIMYÈ for?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9928" y="117043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9928" y="117957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24128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haïtiens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 Students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Écoles primaires et secondaires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240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Primary &amp; secondary schools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17043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17957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👩‍🏫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50208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9019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Professeurs en Haïti &amp; diaspora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240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Teachers in Haiti &amp; diaspora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109728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117043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17957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76288" y="12618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9019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Écoles publiques et privées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22402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Public &amp; private schools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" y="297180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09928" y="304495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9928" y="305409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0632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24128" y="3136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&amp; Parents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&amp; Parents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37764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Enseigner le créole aux enfants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41148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Teach Creole to children abroad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18688" y="297180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6008" y="304495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305409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128" y="30632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950208" y="3136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&amp; Éducation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Education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0128" y="37764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Programmes alphabétisation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0128" y="41148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Literacy programs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44768" y="2971800"/>
            <a:ext cx="2743200" cy="166420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62088" y="3044952"/>
            <a:ext cx="123444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2088" y="3054096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MENFP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0632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876288" y="3136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Éducation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36208" y="37764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Intégration curriculum national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41148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National curriculum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DISTRIBUTION  •  MARKET &amp; DISTRIBUTION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mise sur le marché / Go-to-Market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6052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416052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33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Canaux / Distribution Channels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563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KDP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mondiale paperback + ebook / Worldwide print + ebook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" y="2121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institutionnelle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MENFP, ONG, écoles directement / MENFP, NGOs, schools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26883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numérique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2916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Kindle, tablette — accessible partout / PDF, Kindle, everywhere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4672" y="3255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LAVI MIYÒ LLC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3483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directe diaspora / Direct diaspora sales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831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Librairies haïtiennes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050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locale en Haïti / Local Haiti distribution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4398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4672" y="4389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ONG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4617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UNICEF, Save the Children, Plan / NGO partnerships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1005840"/>
            <a:ext cx="4160520" cy="1691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1078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 de marché / Market Opportunity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157276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873752" y="20756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27064" y="157276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27064" y="20756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80376" y="157276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1er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80376" y="2075688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complète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series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36592" y="2834640"/>
            <a:ext cx="4160520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834640"/>
            <a:ext cx="4160520" cy="38404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8620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Prix / Pricing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73752" y="3374136"/>
            <a:ext cx="7315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3649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 Elèv (Paperback) / Student Book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19872" y="336499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$14–18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73752" y="3694176"/>
            <a:ext cx="7315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6850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 Pwofesè / Teacher Guide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36850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$12–16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73752" y="4014216"/>
            <a:ext cx="7315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0050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Pakèt Klas (set 30) / Class Pack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19872" y="400507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$350–450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4334256"/>
            <a:ext cx="7315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325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Koleksyon 9 vol / Full Collection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19872" y="43251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$110–140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73752" y="4654296"/>
            <a:ext cx="73152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4645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Edisyon nimerik / Digital edition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19872" y="46451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$6–10/vol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 •  ABOUT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6032" y="594360"/>
            <a:ext cx="3200400" cy="4343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7498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LAVI MIYÒ LLC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Pembroke Pines, Florida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1609344"/>
            <a:ext cx="21031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37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Grandes Séries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Major Series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4963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K-VOUM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auto / Auto Mechanics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vol. publiés / published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6112" y="3246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Kòd ak Konstitisyon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35387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haïtienne / Haitian Law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vol. complets / complete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6112" y="399592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LIMYÈ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42885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nationale / National Education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vol. en cours / in progress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67328" y="594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nous faire confiance?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trust us?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767328" y="135331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67328" y="1353312"/>
            <a:ext cx="54864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4264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07408" y="138988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Auteur ayisyen natif — expert Kreyòl AKA standardizé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07408" y="170078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Native Haitian author — expert in standardized AKA Creole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67328" y="208483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67328" y="2084832"/>
            <a:ext cx="54864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157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07408" y="212140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30+ volumes publiés ou en cours — K-VOUM, Kòd, LIMYÈ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07408" y="243230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30+ volumes published or in progress — K-VOUM, Kòd, LIMYÈ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67328" y="281635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67328" y="2816352"/>
            <a:ext cx="54864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8895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407408" y="28529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Contenu raciné dans la réalité haïtienne — pas de copie-coller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07408" y="316382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Content rooted in Haitian reality — no copy-paste from elsewhere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67328" y="354787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67328" y="3547872"/>
            <a:ext cx="54864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6210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407408" y="358444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Pédagogie adaptée — primaire ET secondaire dans chaque volume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07408" y="389534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Adapted pedagogy — primary AND secondary in each volume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67328" y="427939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67328" y="4279392"/>
            <a:ext cx="54864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43525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407408" y="431596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Format KDP prêt — publication mondiale immédiate possible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07408" y="462686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KDP-ready format — immediate worldwide publication possible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KOLABORE AK NOU  •  PARTNER WITH US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«Sa w pa konnen pi gran pase w»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donnons à chaque enfant haïtien l'accès au savoir dans sa langue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let's give every Haitian child access to knowledge in their own language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2029968"/>
            <a:ext cx="2011680" cy="24871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2029968"/>
            <a:ext cx="201168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Éducatifs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MENFP, universités, ONG / universities, NGOs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2029968"/>
            <a:ext cx="2011680" cy="24871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029968"/>
            <a:ext cx="201168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24505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Sponsors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Sponsors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320040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Imprésion, distribution / Printing, distribution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5152" y="2029968"/>
            <a:ext cx="2011680" cy="24871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2029968"/>
            <a:ext cx="201168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18304" y="24505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Diffusion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Marketing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18304" y="320040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Haïti + diaspora mondiale / Haiti + global diaspora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21424" y="2029968"/>
            <a:ext cx="2011680" cy="24871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1424" y="2029968"/>
            <a:ext cx="201168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94576" y="24505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&amp;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94576" y="320040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pédagogie &amp; Kreyòl / Pedagogy &amp; Creole experts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97280" y="4590288"/>
            <a:ext cx="694944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60857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contact@lavimiyollc.com     🌐 lavimiyollc.com     📍 Pembroke Pines, Florida, USA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LIMYÈ — Seri Edikasyon Nasyonal an Kreyòl — Pitch Deck</dc:title>
  <dc:subject>PptxGenJS Presentation</dc:subject>
  <dc:creator>LAVI MIYÒ LLC</dc:creator>
  <cp:lastModifiedBy>LAVI MIYÒ LLC</cp:lastModifiedBy>
  <cp:revision>1</cp:revision>
  <dcterms:created xsi:type="dcterms:W3CDTF">2026-04-18T12:34:27Z</dcterms:created>
  <dcterms:modified xsi:type="dcterms:W3CDTF">2026-04-18T12:34:27Z</dcterms:modified>
</cp:coreProperties>
</file>